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  <p:sldSz cx="12192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2"/>
          <p:cNvSpPr/>
          <p:nvPr>
            <p:ph type="body" idx="1"/>
          </p:nvPr>
        </p:nvSpPr>
        <p:txBody>
          <a:bodyPr/>
          <a:lstStyle/>
          <a:p>
            <a:r>
              <a:rPr lang="en-US" sz="1200"/>
              <a:t>Open by asking the class why computers cannot simply use decimal digits.</a:t>
            </a:r>
          </a:p>
        </p:txBody>
      </p:sp>
      <p:sp>
        <p:nvSpPr>
          <p:cNvPr id="3" name="Slide Number Placeholder 3"/>
          <p:cNvSpPr/>
          <p:nvPr>
            <p:ph type="sldNum" idx="10"/>
          </p:nvPr>
        </p:nvSpPr>
        <p:txBody>
          <a:p>
            <a:fld id="{2}" type="slidenum">
              <a:t>1</a:t>
            </a:fld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2"/>
          <p:cNvSpPr/>
          <p:nvPr>
            <p:ph type="body" idx="1"/>
          </p:nvPr>
        </p:nvSpPr>
        <p:txBody>
          <a:bodyPr/>
          <a:lstStyle/>
          <a:p>
            <a:r>
              <a:rPr lang="en-US" sz="1200"/>
              <a:t>Walk through the FF conversion on the board.</a:t>
            </a:r>
          </a:p>
        </p:txBody>
      </p:sp>
      <p:sp>
        <p:nvSpPr>
          <p:cNvPr id="3" name="Slide Number Placeholder 3"/>
          <p:cNvSpPr/>
          <p:nvPr>
            <p:ph type="sldNum" idx="10"/>
          </p:nvPr>
        </p:nvSpPr>
        <p:txBody>
          <a:p>
            <a:fld id="{2}" type="slidenum">
              <a:t>1</a:t>
            </a:fld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txBody>
          <a:bodyPr/>
          <a:lstStyle/>
          <a:p>
            <a:r>
              <a:rPr lang="en-US" sz="2400" b="1"/>
              <a:t>Chapter 1: Binary and Data Representation</a:t>
            </a:r>
          </a:p>
        </p:txBody>
      </p:sp>
      <p:sp>
        <p:nvSpPr>
          <p:cNvPr id="3" name="Body 1"/>
          <p:cNvSpPr>
            <a:spLocks noGrp="1"/>
          </p:cNvSpPr>
          <p:nvPr>
            <p:ph type="body" idx="1"/>
          </p:nvPr>
        </p:nvSpPr>
        <p:txBody>
          <a:bodyPr/>
          <a:lstStyle/>
          <a:p>
            <a:pPr lvl="0"/>
            <a:r>
              <a:rPr lang="en-US" sz="1800"/>
              <a:t>Bit: a single binary digit, either 0 or 1.</a:t>
            </a:r>
          </a:p>
          <a:p>
            <a:pPr lvl="0"/>
            <a:r>
              <a:rPr lang="en-US" sz="1800"/>
              <a:t>Byte: a group of eight bits, the standard unit for a single character.</a:t>
            </a:r>
          </a:p>
          <a:p>
            <a:pPr lvl="0"/>
            <a:r>
              <a:rPr lang="en-US" sz="1800" b="1"/>
              <a:t>Data representation is the way a computer stores information as numbers.</a:t>
            </a:r>
          </a:p>
          <a:p>
            <a:pPr lvl="0"/>
            <a:r>
              <a:rPr lang="en-US" sz="1800"/>
              <a:t>Binary works because a switch has only two states: on and off.</a:t>
            </a:r>
          </a:p>
        </p:txBody>
      </p:sp>
      <p:sp>
        <p:nvSpPr>
          <p:cNvPr id="4" name="Slide Number"/>
          <p:cNvSpPr/>
          <p:nvPr>
            <p:ph type="sldNum" idx="12"/>
          </p:nvPr>
        </p:nvSpPr>
        <p:txBody>
          <a:p>
            <a:fld id="{1}" type="slidenum">
              <a:t>#</a:t>
            </a:fld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txBody>
          <a:bodyPr/>
          <a:lstStyle/>
          <a:p>
            <a:r>
              <a:rPr lang="en-US" sz="2400" b="1"/>
              <a:t>Number Systems</a:t>
            </a:r>
          </a:p>
        </p:txBody>
      </p:sp>
      <p:sp>
        <p:nvSpPr>
          <p:cNvPr id="3" name="Body 1"/>
          <p:cNvSpPr>
            <a:spLocks noGrp="1"/>
          </p:cNvSpPr>
          <p:nvPr>
            <p:ph type="body" idx="1"/>
          </p:nvPr>
        </p:nvSpPr>
        <p:txBody>
          <a:bodyPr/>
          <a:lstStyle/>
          <a:p>
            <a:pPr lvl="0"/>
            <a:r>
              <a:rPr lang="en-US" sz="1800"/>
              <a:t>Denary is the base-10 system that people use every day.</a:t>
            </a:r>
          </a:p>
          <a:p>
            <a:pPr lvl="0"/>
            <a:r>
              <a:rPr lang="en-US" sz="1800"/>
              <a:t>Hexadecimal is a base-16 system that writes binary numbers in fewer digits.</a:t>
            </a:r>
          </a:p>
          <a:p>
            <a:pPr lvl="0"/>
            <a:r>
              <a:rPr lang="en-US" sz="1800"/>
              <a:t>The hexadecimal digits are 0-9 and A-F.</a:t>
            </a:r>
          </a:p>
          <a:p>
            <a:pPr lvl="0"/>
            <a:r>
              <a:rPr lang="en-US" sz="1800"/>
              <a:t>Example: the binary number 1111 1111 is FF in hexadecimal.</a:t>
            </a:r>
          </a:p>
          <a:p>
            <a:pPr lvl="0"/>
            <a:r>
              <a:rPr lang="en-US" sz="1800"/>
              <a:t>Two common ways to convert a number: repeated division and place-value subtraction.</a:t>
            </a:r>
          </a:p>
        </p:txBody>
      </p:sp>
      <p:sp>
        <p:nvSpPr>
          <p:cNvPr id="4" name="Slide Number"/>
          <p:cNvSpPr/>
          <p:nvPr>
            <p:ph type="sldNum" idx="12"/>
          </p:nvPr>
        </p:nvSpPr>
        <p:txBody>
          <a:p>
            <a:fld id="{1}" type="slidenum">
              <a:t>#</a:t>
            </a:fld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txBody>
          <a:bodyPr/>
          <a:lstStyle/>
          <a:p>
            <a:r>
              <a:rPr lang="en-US" sz="2400" b="1"/>
              <a:t>Why This Matters</a:t>
            </a:r>
          </a:p>
        </p:txBody>
      </p:sp>
      <p:sp>
        <p:nvSpPr>
          <p:cNvPr id="3" name="Body 1"/>
          <p:cNvSpPr>
            <a:spLocks noGrp="1"/>
          </p:cNvSpPr>
          <p:nvPr>
            <p:ph type="body" idx="1"/>
          </p:nvPr>
        </p:nvSpPr>
        <p:txBody>
          <a:bodyPr/>
          <a:lstStyle/>
          <a:p>
            <a:pPr lvl="0"/>
            <a:r>
              <a:rPr lang="en-US" sz="1800"/>
              <a:t>Storage is measured in bytes, kilobytes, megabytes and gigabytes.</a:t>
            </a:r>
          </a:p>
          <a:p>
            <a:pPr lvl="0"/>
            <a:r>
              <a:rPr lang="en-US" sz="1800"/>
              <a:t>1 kilobyte is 1024 bytes.</a:t>
            </a:r>
          </a:p>
          <a:p>
            <a:pPr lvl="0"/>
            <a:r>
              <a:rPr lang="en-US" sz="1800"/>
              <a:t>A computer cannot store text, images or sound directly; everything becomes binary numbers.</a:t>
            </a:r>
          </a:p>
          <a:p>
            <a:pPr lvl="0"/>
            <a:r>
              <a:rPr lang="en-US" sz="1800"/>
              <a:t>Sound is sampled many times per second to approximate a continuous wave.</a:t>
            </a:r>
          </a:p>
        </p:txBody>
      </p:sp>
      <p:sp>
        <p:nvSpPr>
          <p:cNvPr id="4" name="Slide Number"/>
          <p:cNvSpPr/>
          <p:nvPr>
            <p:ph type="sldNum" idx="12"/>
          </p:nvPr>
        </p:nvSpPr>
        <p:txBody>
          <a:p>
            <a:fld id="{1}" type="slidenum">
              <a:t>#</a:t>
            </a:fld>
          </a:p>
        </p:txBody>
      </p:sp>
    </p:spTree>
  </p:cSld>
</p:sld>
</file>